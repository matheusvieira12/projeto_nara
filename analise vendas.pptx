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8C1C"/>
    <a:srgbClr val="F4C383"/>
    <a:srgbClr val="045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52585-C03C-AA63-6304-76ECA74E3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62864E-38F2-99D5-B8BE-106125C5D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AC77D9-650E-E522-F2DA-5E046DAF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B04D1B-1B3B-BD6A-069D-B6B9F913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D8517-9464-C219-B06A-5C83D72E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16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3036D-3308-2B3E-F24E-7CA3792F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A54A1A-CEDE-5E4F-CD46-2993D6301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A574C8-E54C-6862-CC0D-2A747E58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843C07-586E-AF1C-7BB9-A001C47A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A48CA2-94FD-EC10-6142-63AE49ED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87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E28E8-C68E-CA36-AC52-822F9D62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20DEDB-451E-9DB5-5C24-D303C20CC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AB6EE4-CF26-B136-74D0-A9EA94DD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86C971-159E-4D26-AA67-BB10DB23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490CC-321F-43F5-362B-D06FBCF6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0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7C76A-45E2-B4E6-27CD-6F1EDAB4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0CE60A-ECED-E82D-3BC7-C66C28766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054F875-B53F-D708-54B7-0B929931B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A38608-543D-113D-3EDF-9CFCDF27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FC7133-55B1-7C53-32EB-64DE337A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EF2541-D7E5-3FE6-9080-30ED5996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86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BDE87-4B9E-F8BF-22ED-07A4282A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4E9223-7F52-C323-DAC3-C38A43085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66D025-8FA2-01B8-4512-CE2E68C08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C197E2-5613-09F3-3C5B-44DC7AE85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FA8E76-3CD4-8317-F938-B6A17C0CE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6402E0-D00F-D629-C741-521EA6E7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0BF446-4ED3-1375-4A7A-294CE52C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3BFC94-7743-F77A-5402-741FB919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75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FA9BE-458F-A5A6-A20D-5EA950F9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AF3F1C-FADD-4AB8-BF7B-B1151ABA9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92F183-605F-69F4-5324-7358961E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DDC917-5C56-E49C-7B06-33779087E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955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1E2D35-AA13-020A-776A-7506F31B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EDFFAD-24ED-D490-B1D0-08C673C22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5ACBD3-4522-8616-0CB1-317E12D0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226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A0BE9-E7E0-F78C-CC2E-A2C323C7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5A02BD-A15A-5277-1A46-BB9D490CC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B0AA22-018D-05B1-3638-8C2931BD9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F0250B-A7DA-9143-937D-91E383BC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C6D34E-442C-3DD4-818B-C8DB03A0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1CB442-2BA3-574F-C515-75470671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704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7F301-CAC1-1257-7B8A-6BC711C3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BD898A-6BD7-8414-C231-B9A13A1F3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7E1CF7-1206-E7B2-B510-35D46E3CA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DC58B4-C960-2828-542A-16882105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345B86-21E3-51DC-EA97-9152ADE0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CBE6FF-2475-6B94-C913-657AB501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282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C56A6-9E84-D4AC-0726-60F34FC2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0B6088-DB18-81CF-A509-9EDC55ABC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FFE29-34EB-0CF4-036D-7ED975C3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68EB89-F442-B26C-AEF9-9A692F36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A15DD0-110F-F26D-D0AB-DCBBCC99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63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349EAE-6496-435A-5805-27066BC64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64CCF7-0269-3AC0-6A2F-747E1D751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DF09BC-A84D-EF76-1626-1F21BA10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7138E-2C52-1433-BD4B-35A36E69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2FB5F-EFEF-B765-4C87-DDFC3E2C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90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3BB50E-9F1E-56F1-EB98-16982B1C1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231F39-33A5-9FFC-5B03-47B75991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634379-A4C9-DCED-F61C-6E5B5F88C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4A24A-054D-4EB3-97F4-11D4FA88E6C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39BABF-DE8C-DB6D-77B6-14356AA7D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2BB915-79FC-2EEE-6409-650852FA9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11C8D-DD13-4DCD-B8E5-2C89329EFD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64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6EFC25-5310-5798-2D76-83B604193473}"/>
              </a:ext>
            </a:extLst>
          </p:cNvPr>
          <p:cNvSpPr/>
          <p:nvPr/>
        </p:nvSpPr>
        <p:spPr>
          <a:xfrm>
            <a:off x="-221674" y="-18003"/>
            <a:ext cx="12413673" cy="6876003"/>
          </a:xfrm>
          <a:prstGeom prst="rect">
            <a:avLst/>
          </a:prstGeom>
          <a:solidFill>
            <a:srgbClr val="045494"/>
          </a:solidFill>
          <a:ln>
            <a:solidFill>
              <a:srgbClr val="04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7148FD78-7249-CB17-92D0-95206A39AEFD}"/>
              </a:ext>
            </a:extLst>
          </p:cNvPr>
          <p:cNvSpPr/>
          <p:nvPr/>
        </p:nvSpPr>
        <p:spPr>
          <a:xfrm rot="16200000">
            <a:off x="3482347" y="-1851657"/>
            <a:ext cx="6876000" cy="10543311"/>
          </a:xfrm>
          <a:prstGeom prst="round2SameRect">
            <a:avLst>
              <a:gd name="adj1" fmla="val 4545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9DA9310-0D72-6339-C15B-81E679170A1E}"/>
              </a:ext>
            </a:extLst>
          </p:cNvPr>
          <p:cNvSpPr/>
          <p:nvPr/>
        </p:nvSpPr>
        <p:spPr>
          <a:xfrm>
            <a:off x="2267219" y="904912"/>
            <a:ext cx="2182341" cy="1272615"/>
          </a:xfrm>
          <a:prstGeom prst="roundRect">
            <a:avLst>
              <a:gd name="adj" fmla="val 6869"/>
            </a:avLst>
          </a:prstGeom>
          <a:solidFill>
            <a:srgbClr val="F48C1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058918D-50C2-3B6F-5FAD-69D8DEEA646E}"/>
              </a:ext>
            </a:extLst>
          </p:cNvPr>
          <p:cNvSpPr/>
          <p:nvPr/>
        </p:nvSpPr>
        <p:spPr>
          <a:xfrm>
            <a:off x="4756112" y="904912"/>
            <a:ext cx="2182341" cy="1272615"/>
          </a:xfrm>
          <a:prstGeom prst="roundRect">
            <a:avLst>
              <a:gd name="adj" fmla="val 12312"/>
            </a:avLst>
          </a:prstGeom>
          <a:solidFill>
            <a:srgbClr val="F48C1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D9B1870F-5E53-AB17-443E-C85FAA05B88E}"/>
              </a:ext>
            </a:extLst>
          </p:cNvPr>
          <p:cNvSpPr/>
          <p:nvPr/>
        </p:nvSpPr>
        <p:spPr>
          <a:xfrm>
            <a:off x="7224476" y="916094"/>
            <a:ext cx="2182341" cy="1272615"/>
          </a:xfrm>
          <a:prstGeom prst="roundRect">
            <a:avLst>
              <a:gd name="adj" fmla="val 9046"/>
            </a:avLst>
          </a:prstGeom>
          <a:solidFill>
            <a:srgbClr val="F48C1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55BAB02-D365-7777-44C9-933F04A81820}"/>
              </a:ext>
            </a:extLst>
          </p:cNvPr>
          <p:cNvSpPr/>
          <p:nvPr/>
        </p:nvSpPr>
        <p:spPr>
          <a:xfrm>
            <a:off x="9703104" y="916094"/>
            <a:ext cx="2182341" cy="1272615"/>
          </a:xfrm>
          <a:prstGeom prst="roundRect">
            <a:avLst>
              <a:gd name="adj" fmla="val 10135"/>
            </a:avLst>
          </a:prstGeom>
          <a:solidFill>
            <a:srgbClr val="F48C1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D61444FE-0626-0A5D-EE42-3A85A6424FF7}"/>
              </a:ext>
            </a:extLst>
          </p:cNvPr>
          <p:cNvSpPr/>
          <p:nvPr/>
        </p:nvSpPr>
        <p:spPr>
          <a:xfrm>
            <a:off x="2267219" y="2511237"/>
            <a:ext cx="4671230" cy="1863235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1453477-CBB9-51C3-82AA-7B1E0776FF58}"/>
              </a:ext>
            </a:extLst>
          </p:cNvPr>
          <p:cNvSpPr/>
          <p:nvPr/>
        </p:nvSpPr>
        <p:spPr>
          <a:xfrm>
            <a:off x="7214215" y="2511237"/>
            <a:ext cx="4671230" cy="1863235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515FD47-C915-D6BA-4676-3FD990C3F980}"/>
              </a:ext>
            </a:extLst>
          </p:cNvPr>
          <p:cNvSpPr/>
          <p:nvPr/>
        </p:nvSpPr>
        <p:spPr>
          <a:xfrm>
            <a:off x="2267219" y="4698474"/>
            <a:ext cx="9618225" cy="1863235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068B65A-D227-B086-98F4-F9E965F85E54}"/>
              </a:ext>
            </a:extLst>
          </p:cNvPr>
          <p:cNvSpPr txBox="1"/>
          <p:nvPr/>
        </p:nvSpPr>
        <p:spPr>
          <a:xfrm>
            <a:off x="2466108" y="296291"/>
            <a:ext cx="502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ptos" panose="020B0004020202020204" pitchFamily="34" charset="0"/>
              </a:rPr>
              <a:t>Resumo Geral de Desempenho Comercial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48CC0A9F-2A10-1930-D623-C8F29E37F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232" y="-155351"/>
            <a:ext cx="1908923" cy="1272615"/>
          </a:xfrm>
          <a:prstGeom prst="rect">
            <a:avLst/>
          </a:prstGeom>
        </p:spPr>
      </p:pic>
      <p:sp>
        <p:nvSpPr>
          <p:cNvPr id="44" name="Retângulo: Cantos Superiores Arredondados 43">
            <a:extLst>
              <a:ext uri="{FF2B5EF4-FFF2-40B4-BE49-F238E27FC236}">
                <a16:creationId xmlns:a16="http://schemas.microsoft.com/office/drawing/2014/main" id="{0CA4698E-13F6-6A61-CE87-BFA538773A86}"/>
              </a:ext>
            </a:extLst>
          </p:cNvPr>
          <p:cNvSpPr/>
          <p:nvPr/>
        </p:nvSpPr>
        <p:spPr>
          <a:xfrm rot="5400000">
            <a:off x="329791" y="740506"/>
            <a:ext cx="481409" cy="15843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C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4246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B2D9-466C-A003-D1DD-647B7ACC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A913F4-C653-1217-00A0-EB84738EFCFD}"/>
              </a:ext>
            </a:extLst>
          </p:cNvPr>
          <p:cNvSpPr/>
          <p:nvPr/>
        </p:nvSpPr>
        <p:spPr>
          <a:xfrm>
            <a:off x="-221674" y="-18003"/>
            <a:ext cx="12413673" cy="6876003"/>
          </a:xfrm>
          <a:prstGeom prst="rect">
            <a:avLst/>
          </a:prstGeom>
          <a:solidFill>
            <a:srgbClr val="045494"/>
          </a:solidFill>
          <a:ln>
            <a:solidFill>
              <a:srgbClr val="04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908E3676-46B4-8F20-71BD-53BB21F08221}"/>
              </a:ext>
            </a:extLst>
          </p:cNvPr>
          <p:cNvSpPr/>
          <p:nvPr/>
        </p:nvSpPr>
        <p:spPr>
          <a:xfrm rot="16200000">
            <a:off x="3482347" y="-1851657"/>
            <a:ext cx="6876000" cy="10543311"/>
          </a:xfrm>
          <a:prstGeom prst="round2SameRect">
            <a:avLst>
              <a:gd name="adj1" fmla="val 4545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5BC9C63-C72D-9056-7E7D-604BCFBB6C59}"/>
              </a:ext>
            </a:extLst>
          </p:cNvPr>
          <p:cNvSpPr/>
          <p:nvPr/>
        </p:nvSpPr>
        <p:spPr>
          <a:xfrm>
            <a:off x="2236432" y="916093"/>
            <a:ext cx="2334039" cy="1272615"/>
          </a:xfrm>
          <a:prstGeom prst="roundRect">
            <a:avLst>
              <a:gd name="adj" fmla="val 12312"/>
            </a:avLst>
          </a:prstGeom>
          <a:solidFill>
            <a:srgbClr val="F48C1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DCE3DE0-5FA9-CECC-280C-2B24FFC00A54}"/>
              </a:ext>
            </a:extLst>
          </p:cNvPr>
          <p:cNvSpPr/>
          <p:nvPr/>
        </p:nvSpPr>
        <p:spPr>
          <a:xfrm>
            <a:off x="5685576" y="896370"/>
            <a:ext cx="2752254" cy="1272615"/>
          </a:xfrm>
          <a:prstGeom prst="roundRect">
            <a:avLst>
              <a:gd name="adj" fmla="val 9046"/>
            </a:avLst>
          </a:prstGeom>
          <a:solidFill>
            <a:srgbClr val="F48C1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8A1CB074-7500-BE1C-488E-3B14DFAEF976}"/>
              </a:ext>
            </a:extLst>
          </p:cNvPr>
          <p:cNvSpPr/>
          <p:nvPr/>
        </p:nvSpPr>
        <p:spPr>
          <a:xfrm>
            <a:off x="9551406" y="916094"/>
            <a:ext cx="2334039" cy="1272615"/>
          </a:xfrm>
          <a:prstGeom prst="roundRect">
            <a:avLst>
              <a:gd name="adj" fmla="val 10135"/>
            </a:avLst>
          </a:prstGeom>
          <a:solidFill>
            <a:srgbClr val="F48C1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1141EEBD-FD29-8147-5DDA-3678C76F6393}"/>
              </a:ext>
            </a:extLst>
          </p:cNvPr>
          <p:cNvSpPr/>
          <p:nvPr/>
        </p:nvSpPr>
        <p:spPr>
          <a:xfrm>
            <a:off x="2293770" y="4661835"/>
            <a:ext cx="9618226" cy="1881235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D65B4CA-9BBA-8050-881D-79177990873A}"/>
              </a:ext>
            </a:extLst>
          </p:cNvPr>
          <p:cNvSpPr/>
          <p:nvPr/>
        </p:nvSpPr>
        <p:spPr>
          <a:xfrm>
            <a:off x="7212639" y="2419456"/>
            <a:ext cx="4671230" cy="1991908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23E1B9E-1ED9-6794-BCB4-FD2D2D5F4C3A}"/>
              </a:ext>
            </a:extLst>
          </p:cNvPr>
          <p:cNvSpPr txBox="1"/>
          <p:nvPr/>
        </p:nvSpPr>
        <p:spPr>
          <a:xfrm>
            <a:off x="2466108" y="296291"/>
            <a:ext cx="502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ptos" panose="020B0004020202020204" pitchFamily="34" charset="0"/>
              </a:rPr>
              <a:t>Resumo de Retornos das Campanhas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AB7AB13B-9B5E-1AAA-299A-C5E153537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232" y="-155351"/>
            <a:ext cx="1908923" cy="12726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4" name="Retângulo: Cantos Superiores Arredondados 43">
            <a:extLst>
              <a:ext uri="{FF2B5EF4-FFF2-40B4-BE49-F238E27FC236}">
                <a16:creationId xmlns:a16="http://schemas.microsoft.com/office/drawing/2014/main" id="{C712A19F-841A-0532-42B2-F703DB57A030}"/>
              </a:ext>
            </a:extLst>
          </p:cNvPr>
          <p:cNvSpPr/>
          <p:nvPr/>
        </p:nvSpPr>
        <p:spPr>
          <a:xfrm rot="5400000">
            <a:off x="329791" y="740506"/>
            <a:ext cx="481409" cy="15843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C38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F6FC80-FF00-6125-BAF8-5F6AB877E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75" y="1365683"/>
            <a:ext cx="373436" cy="37343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FDC6B33-323B-A464-983F-7AD8985EDB32}"/>
              </a:ext>
            </a:extLst>
          </p:cNvPr>
          <p:cNvSpPr txBox="1"/>
          <p:nvPr/>
        </p:nvSpPr>
        <p:spPr>
          <a:xfrm>
            <a:off x="-76808" y="1291972"/>
            <a:ext cx="86007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Filtros</a:t>
            </a:r>
          </a:p>
          <a:p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EA8B9FB-F79C-8195-3F8B-2F3D225BB0C3}"/>
              </a:ext>
            </a:extLst>
          </p:cNvPr>
          <p:cNvSpPr/>
          <p:nvPr/>
        </p:nvSpPr>
        <p:spPr>
          <a:xfrm>
            <a:off x="2236431" y="2419455"/>
            <a:ext cx="4671230" cy="1964727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87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CE97-616F-ED7D-5E92-957BD07F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DE05E0-FD91-15A3-D316-B8734B27F34F}"/>
              </a:ext>
            </a:extLst>
          </p:cNvPr>
          <p:cNvSpPr/>
          <p:nvPr/>
        </p:nvSpPr>
        <p:spPr>
          <a:xfrm>
            <a:off x="-221674" y="-18003"/>
            <a:ext cx="12413673" cy="6876003"/>
          </a:xfrm>
          <a:prstGeom prst="rect">
            <a:avLst/>
          </a:prstGeom>
          <a:solidFill>
            <a:srgbClr val="045494"/>
          </a:solidFill>
          <a:ln>
            <a:solidFill>
              <a:srgbClr val="04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109A537-07DC-E933-B6DF-DA2063E966B1}"/>
              </a:ext>
            </a:extLst>
          </p:cNvPr>
          <p:cNvSpPr/>
          <p:nvPr/>
        </p:nvSpPr>
        <p:spPr>
          <a:xfrm rot="16200000">
            <a:off x="3482347" y="-1851657"/>
            <a:ext cx="6876000" cy="10543311"/>
          </a:xfrm>
          <a:prstGeom prst="round2SameRect">
            <a:avLst>
              <a:gd name="adj1" fmla="val 4545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96E04EA-BF22-C9F0-0F26-902E4F77CE36}"/>
              </a:ext>
            </a:extLst>
          </p:cNvPr>
          <p:cNvSpPr txBox="1"/>
          <p:nvPr/>
        </p:nvSpPr>
        <p:spPr>
          <a:xfrm>
            <a:off x="2466108" y="296291"/>
            <a:ext cx="502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ptos" panose="020B0004020202020204" pitchFamily="34" charset="0"/>
              </a:rPr>
              <a:t>Análise Gestão de Vendas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59C79752-4504-9CD7-6667-F5BAB2BE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232" y="-155351"/>
            <a:ext cx="1908923" cy="1272615"/>
          </a:xfrm>
          <a:prstGeom prst="rect">
            <a:avLst/>
          </a:prstGeom>
        </p:spPr>
      </p:pic>
      <p:sp>
        <p:nvSpPr>
          <p:cNvPr id="44" name="Retângulo: Cantos Superiores Arredondados 43">
            <a:extLst>
              <a:ext uri="{FF2B5EF4-FFF2-40B4-BE49-F238E27FC236}">
                <a16:creationId xmlns:a16="http://schemas.microsoft.com/office/drawing/2014/main" id="{D12199CC-04EF-D2C3-5724-66AB08745B45}"/>
              </a:ext>
            </a:extLst>
          </p:cNvPr>
          <p:cNvSpPr/>
          <p:nvPr/>
        </p:nvSpPr>
        <p:spPr>
          <a:xfrm rot="5400000">
            <a:off x="329791" y="740506"/>
            <a:ext cx="481409" cy="15843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C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015282D-0BF8-ABD0-E127-17CE2A30E5C9}"/>
              </a:ext>
            </a:extLst>
          </p:cNvPr>
          <p:cNvSpPr/>
          <p:nvPr/>
        </p:nvSpPr>
        <p:spPr>
          <a:xfrm>
            <a:off x="2249115" y="4890340"/>
            <a:ext cx="4834550" cy="1671369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8A9C0EC-F702-79AE-4731-1000DCE90C3D}"/>
              </a:ext>
            </a:extLst>
          </p:cNvPr>
          <p:cNvSpPr/>
          <p:nvPr/>
        </p:nvSpPr>
        <p:spPr>
          <a:xfrm>
            <a:off x="7091725" y="2884433"/>
            <a:ext cx="4671230" cy="1742770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D91795E-E761-8813-1523-8AEB724D977C}"/>
              </a:ext>
            </a:extLst>
          </p:cNvPr>
          <p:cNvSpPr/>
          <p:nvPr/>
        </p:nvSpPr>
        <p:spPr>
          <a:xfrm>
            <a:off x="7091725" y="802971"/>
            <a:ext cx="4671230" cy="1940229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3A2BF09-4923-301B-DA31-17939612E069}"/>
              </a:ext>
            </a:extLst>
          </p:cNvPr>
          <p:cNvSpPr/>
          <p:nvPr/>
        </p:nvSpPr>
        <p:spPr>
          <a:xfrm>
            <a:off x="2249115" y="810771"/>
            <a:ext cx="4671230" cy="3816432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C9160DF-11A2-2CC2-479B-2FACC980BB8B}"/>
              </a:ext>
            </a:extLst>
          </p:cNvPr>
          <p:cNvSpPr txBox="1"/>
          <p:nvPr/>
        </p:nvSpPr>
        <p:spPr>
          <a:xfrm>
            <a:off x="-995" y="1345960"/>
            <a:ext cx="860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Filtros</a:t>
            </a:r>
          </a:p>
          <a:p>
            <a:endParaRPr lang="pt-BR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FB888B8-3816-BC67-E074-918F1021F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12" y="1345960"/>
            <a:ext cx="373436" cy="373436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0404594-3E92-85B3-195A-94588E8AD280}"/>
              </a:ext>
            </a:extLst>
          </p:cNvPr>
          <p:cNvSpPr/>
          <p:nvPr/>
        </p:nvSpPr>
        <p:spPr>
          <a:xfrm>
            <a:off x="7246985" y="4890339"/>
            <a:ext cx="4671230" cy="1671369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42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4B8B-780D-20FD-2E11-F9DB315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7F6C27-826C-E5D2-D66B-89F37C7DEBDD}"/>
              </a:ext>
            </a:extLst>
          </p:cNvPr>
          <p:cNvSpPr/>
          <p:nvPr/>
        </p:nvSpPr>
        <p:spPr>
          <a:xfrm>
            <a:off x="-221674" y="-18003"/>
            <a:ext cx="12413673" cy="6876003"/>
          </a:xfrm>
          <a:prstGeom prst="rect">
            <a:avLst/>
          </a:prstGeom>
          <a:solidFill>
            <a:srgbClr val="045494"/>
          </a:solidFill>
          <a:ln>
            <a:solidFill>
              <a:srgbClr val="04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ED20878D-8533-5B8C-9AEE-1CA8EA93A8FE}"/>
              </a:ext>
            </a:extLst>
          </p:cNvPr>
          <p:cNvSpPr/>
          <p:nvPr/>
        </p:nvSpPr>
        <p:spPr>
          <a:xfrm rot="16200000">
            <a:off x="3482347" y="-1851657"/>
            <a:ext cx="6876000" cy="10543311"/>
          </a:xfrm>
          <a:prstGeom prst="round2SameRect">
            <a:avLst>
              <a:gd name="adj1" fmla="val 4545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F176948-48D8-E5B7-CB27-BC31DB1BE418}"/>
              </a:ext>
            </a:extLst>
          </p:cNvPr>
          <p:cNvSpPr txBox="1"/>
          <p:nvPr/>
        </p:nvSpPr>
        <p:spPr>
          <a:xfrm>
            <a:off x="2466108" y="296291"/>
            <a:ext cx="502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ptos" panose="020B0004020202020204" pitchFamily="34" charset="0"/>
              </a:rPr>
              <a:t>Satisfação e Atendimento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E7CAB457-99A2-C998-E3BE-09A22CDA3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232" y="-155351"/>
            <a:ext cx="1908923" cy="1272615"/>
          </a:xfrm>
          <a:prstGeom prst="rect">
            <a:avLst/>
          </a:prstGeom>
        </p:spPr>
      </p:pic>
      <p:sp>
        <p:nvSpPr>
          <p:cNvPr id="44" name="Retângulo: Cantos Superiores Arredondados 43">
            <a:extLst>
              <a:ext uri="{FF2B5EF4-FFF2-40B4-BE49-F238E27FC236}">
                <a16:creationId xmlns:a16="http://schemas.microsoft.com/office/drawing/2014/main" id="{449EB7A9-3C44-F0AC-6115-529196E3897C}"/>
              </a:ext>
            </a:extLst>
          </p:cNvPr>
          <p:cNvSpPr/>
          <p:nvPr/>
        </p:nvSpPr>
        <p:spPr>
          <a:xfrm rot="5400000">
            <a:off x="329791" y="740506"/>
            <a:ext cx="481409" cy="15843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C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1865F70-34C2-594C-5783-77ED1CEA286E}"/>
              </a:ext>
            </a:extLst>
          </p:cNvPr>
          <p:cNvSpPr/>
          <p:nvPr/>
        </p:nvSpPr>
        <p:spPr>
          <a:xfrm>
            <a:off x="2267219" y="3748856"/>
            <a:ext cx="4671230" cy="2812853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ADF1CD7-D001-4F4A-7CC9-AD316D69F234}"/>
              </a:ext>
            </a:extLst>
          </p:cNvPr>
          <p:cNvSpPr/>
          <p:nvPr/>
        </p:nvSpPr>
        <p:spPr>
          <a:xfrm>
            <a:off x="7091726" y="3748856"/>
            <a:ext cx="4671230" cy="2824035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BB455BA-53EC-347F-D9B1-2B2DC8BBC13B}"/>
              </a:ext>
            </a:extLst>
          </p:cNvPr>
          <p:cNvSpPr/>
          <p:nvPr/>
        </p:nvSpPr>
        <p:spPr>
          <a:xfrm>
            <a:off x="2249115" y="929813"/>
            <a:ext cx="4671230" cy="2554852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E4975F1-126E-FFD2-2179-2B73FEEC1D2A}"/>
              </a:ext>
            </a:extLst>
          </p:cNvPr>
          <p:cNvSpPr/>
          <p:nvPr/>
        </p:nvSpPr>
        <p:spPr>
          <a:xfrm>
            <a:off x="7091726" y="929813"/>
            <a:ext cx="4671230" cy="2554852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B5AD40-E733-2716-22D1-2C361988B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12" y="1345960"/>
            <a:ext cx="373436" cy="3734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BEBDDA6-030C-B430-9739-68D6CEC9F86C}"/>
              </a:ext>
            </a:extLst>
          </p:cNvPr>
          <p:cNvSpPr txBox="1"/>
          <p:nvPr/>
        </p:nvSpPr>
        <p:spPr>
          <a:xfrm>
            <a:off x="-13871" y="1330828"/>
            <a:ext cx="86007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Filtros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497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9D394-4013-B267-D928-017CEC8C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F27A290-A710-D1F0-07D4-9180606FE6A9}"/>
              </a:ext>
            </a:extLst>
          </p:cNvPr>
          <p:cNvSpPr/>
          <p:nvPr/>
        </p:nvSpPr>
        <p:spPr>
          <a:xfrm>
            <a:off x="-221674" y="-18003"/>
            <a:ext cx="12413673" cy="6876003"/>
          </a:xfrm>
          <a:prstGeom prst="rect">
            <a:avLst/>
          </a:prstGeom>
          <a:solidFill>
            <a:srgbClr val="045494"/>
          </a:solidFill>
          <a:ln>
            <a:solidFill>
              <a:srgbClr val="04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010DE09C-425C-7AD6-ACEF-2531C472FFE6}"/>
              </a:ext>
            </a:extLst>
          </p:cNvPr>
          <p:cNvSpPr/>
          <p:nvPr/>
        </p:nvSpPr>
        <p:spPr>
          <a:xfrm rot="16200000">
            <a:off x="3482347" y="-1851657"/>
            <a:ext cx="6876000" cy="10543311"/>
          </a:xfrm>
          <a:prstGeom prst="round2SameRect">
            <a:avLst>
              <a:gd name="adj1" fmla="val 4545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CD6B071-A147-9D7F-19D9-601D0A5E0C41}"/>
              </a:ext>
            </a:extLst>
          </p:cNvPr>
          <p:cNvSpPr txBox="1"/>
          <p:nvPr/>
        </p:nvSpPr>
        <p:spPr>
          <a:xfrm>
            <a:off x="2466108" y="296291"/>
            <a:ext cx="502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ptos" panose="020B0004020202020204" pitchFamily="34" charset="0"/>
              </a:rPr>
              <a:t>Satisfação e Atendimento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D8FA3454-B4D1-51F2-75FC-BDD18B50B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232" y="-155351"/>
            <a:ext cx="1908923" cy="1272615"/>
          </a:xfrm>
          <a:prstGeom prst="rect">
            <a:avLst/>
          </a:prstGeom>
        </p:spPr>
      </p:pic>
      <p:sp>
        <p:nvSpPr>
          <p:cNvPr id="44" name="Retângulo: Cantos Superiores Arredondados 43">
            <a:extLst>
              <a:ext uri="{FF2B5EF4-FFF2-40B4-BE49-F238E27FC236}">
                <a16:creationId xmlns:a16="http://schemas.microsoft.com/office/drawing/2014/main" id="{9FCD081E-BF55-717D-307A-A37F8D8546AA}"/>
              </a:ext>
            </a:extLst>
          </p:cNvPr>
          <p:cNvSpPr/>
          <p:nvPr/>
        </p:nvSpPr>
        <p:spPr>
          <a:xfrm rot="5400000">
            <a:off x="329791" y="740506"/>
            <a:ext cx="481409" cy="15843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C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545EAEB-E486-FB2B-F38B-520B7244CC91}"/>
              </a:ext>
            </a:extLst>
          </p:cNvPr>
          <p:cNvSpPr/>
          <p:nvPr/>
        </p:nvSpPr>
        <p:spPr>
          <a:xfrm>
            <a:off x="2267219" y="3748856"/>
            <a:ext cx="4671230" cy="2812853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67361EE-AFBE-0FB6-A5A3-2023BC235BBD}"/>
              </a:ext>
            </a:extLst>
          </p:cNvPr>
          <p:cNvSpPr/>
          <p:nvPr/>
        </p:nvSpPr>
        <p:spPr>
          <a:xfrm>
            <a:off x="7091726" y="3748856"/>
            <a:ext cx="4671230" cy="2824035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02798B3-9663-11B0-E673-434370C70EC9}"/>
              </a:ext>
            </a:extLst>
          </p:cNvPr>
          <p:cNvSpPr/>
          <p:nvPr/>
        </p:nvSpPr>
        <p:spPr>
          <a:xfrm>
            <a:off x="2249115" y="929813"/>
            <a:ext cx="4671230" cy="2554852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69C6625-B90A-A551-F237-220A5562771A}"/>
              </a:ext>
            </a:extLst>
          </p:cNvPr>
          <p:cNvSpPr/>
          <p:nvPr/>
        </p:nvSpPr>
        <p:spPr>
          <a:xfrm>
            <a:off x="7091726" y="929813"/>
            <a:ext cx="4671230" cy="2554852"/>
          </a:xfrm>
          <a:prstGeom prst="roundRect">
            <a:avLst>
              <a:gd name="adj" fmla="val 99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97704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ef347bd-9ec7-4fc7-b678-1781b87af12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1A3020DC11A2A4CB444261A9F62848A" ma:contentTypeVersion="11" ma:contentTypeDescription="Crie um novo documento." ma:contentTypeScope="" ma:versionID="4f5d645f72f11eadf0d1e8ebb621695e">
  <xsd:schema xmlns:xsd="http://www.w3.org/2001/XMLSchema" xmlns:xs="http://www.w3.org/2001/XMLSchema" xmlns:p="http://schemas.microsoft.com/office/2006/metadata/properties" xmlns:ns3="4ef347bd-9ec7-4fc7-b678-1781b87af12f" xmlns:ns4="984b3394-0d11-4b7f-a158-6ee757473457" targetNamespace="http://schemas.microsoft.com/office/2006/metadata/properties" ma:root="true" ma:fieldsID="f6305227eddeeb10142ab0c51451b270" ns3:_="" ns4:_="">
    <xsd:import namespace="4ef347bd-9ec7-4fc7-b678-1781b87af12f"/>
    <xsd:import namespace="984b3394-0d11-4b7f-a158-6ee75747345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347bd-9ec7-4fc7-b678-1781b87af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4b3394-0d11-4b7f-a158-6ee7574734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6C62ED-2873-431C-8A6F-B11D989878FD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984b3394-0d11-4b7f-a158-6ee757473457"/>
    <ds:schemaRef ds:uri="4ef347bd-9ec7-4fc7-b678-1781b87af12f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5CCC69D-7118-4B0E-87C9-67D93AC943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f347bd-9ec7-4fc7-b678-1781b87af12f"/>
    <ds:schemaRef ds:uri="984b3394-0d11-4b7f-a158-6ee7574734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9DD411-B620-40A1-92A8-4D8A005EEA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23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 GABRIEL VIEIRA COIMBRA</dc:creator>
  <cp:lastModifiedBy>MATHEUS  GABRIEL VIEIRA COIMBRA </cp:lastModifiedBy>
  <cp:revision>4</cp:revision>
  <dcterms:created xsi:type="dcterms:W3CDTF">2025-11-05T17:14:00Z</dcterms:created>
  <dcterms:modified xsi:type="dcterms:W3CDTF">2025-11-10T03:58:30Z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0x010100A1A3020DC11A2A4CB444261A9F62848A</vt:lpwstr>
  </property>
</Properties>
</file>